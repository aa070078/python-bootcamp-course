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05 — Lists and Tuples. Today we cover the two most important collection types in Python: lists (mutable) and tuples (immutable). We build a Student Grade Manager project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introduce the 10,000-student problem. Separate variables explode; one list stores everything. This motivates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list: ordered collection of items, written with square brackets, can hold mixed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ways to create lists: empty, numbers, strings, mixed, and from range().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Visualize a list as labeled boxes. Emphasize index starts at 0, last index is len-1.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len() works on lists exactly like strings. Length of empty list is 0. Last index = len - 1.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Indexing works the same as strings. Positive left-to-right from 0, negative right-to-left from 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indexing with a menu list. First/last, second item both ways, store into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IndexError occurs when index is out of range. Fix: guard with len() check or use negative indexes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Slicing uses the exact same start:end:step rules as strings. Returns a NEW list, original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prediction. Answers: nums[2:5]=[15,20,25], nums[-3:]=[20,25,30], nums[::2]=[5,15,25], nums[::-1]=reversed.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Lists are mutable: you can change elements in place. Strings are immutable — item assignment throws TypeError.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append() adds to the end. insert(i,x) adds at position i, shifting the rest right. Show before/after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remove: remove(x) by value, pop() removes+returns, del list[i] by index. Table of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/ not in return booleans. Best practice: check with in before remove() to avoid ValueError.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index(x) returns first position (errors if missing). count(x) returns number of occurrences (0 if absent).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sort() sorts in place and returns None. sorted() returns a new sorted list. reverse=True for descending.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item in list loops over every element. Combine with accumulation for sums. This powers the 10,000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enumerate() yields (index, value) pairs. Second argument sets starting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bug hunt. Bug1 IndexError, Bug2 TypeError sorting mixed types, Bug3 ValueError removing missing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Mid-session break. Quick callback challenge: split() a string into a list — bridging Session 4 to Session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to-do list that grows with user input. while True loop + input() + append(). The program reacts to the user — dynamic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Lists of lists = tables/rows. Each inner list is a row; access with [row].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 access: list[row] returns inner list, list[row][col] returns single value. Loop over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= a does not copy — both variables reference the same list object. Mutating through b also changes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.copy() (or a[:] full slice) to make real, independent copies. Show both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tuple is ordered but immutable. Parentheses, indexable, len() works. Single-item tuple needs a trailing comma.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comparison: mutable vs immutable, methods, use cases. Rule of thumb: changes → list, fixed →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Tuple unpacking: assign each element to a variable in one line. Enables the classic Python swap: a,b = b,a.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zip() pairs up two lists by position. Loop with tuple unpacking, or convert to a list of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practice: fixed data → tuple, changing data → list. Three scenarios with revealed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zip output: A 1, B 2, C 3. zip stops at the shortest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coding challenges, easy to hard. They build toward the Student Grade Manager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intro: Student Grade Manager. Requirements on the left, skills covered on the right. Build in 2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part 1: nested list storage, add_student() with append, show_all() with enumerate.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part 2: show_average() accumulator pattern, show_top() max pattern, while True menu with break. Complete program!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common mistakes with fixes: IndexError, sort vs sorted, aliasing, tuple mutation, remove without in, iterating len().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round: 5 quick questions with answers. Covers indexing, in, aliasing, tuple immutability, 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4 pillars — lists, search/sort, loops, tuples. Key sentence: lists change, tuples stay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Homework: Shopping Cart in 3 tiers. Easy: basic list ops. Medium: loop + input + enumerate. Hard: full menu app like the Grade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for Session 6: Sets &amp; Dictionaries. Callback to the char frequency dict used in Session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2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2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3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3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3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4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review-mcq-1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hook-10000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at-i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creating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list-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len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mcq-list-basic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mcq-list-basic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indexin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live-coding-inde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index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mcq-index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mcq-index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slicin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predict-sl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mcq-slic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mcq-slic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mu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append-in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remove-pop-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mcq-modify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mcq-modify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searching-in-no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index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sort-vs-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mcq-search-sort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mcq-search-sort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loop-through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enum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mcq-loop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mcq-loop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find-the-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user-input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nested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nested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mcq-nested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mcq-nested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aliasing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copy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what-is-tu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tuple-v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tuple-unp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mcq-tuple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mcq-tuple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-51-list-or-tu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-52-predict-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-53-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-54-project-grade-manager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-55-project-grade-manag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-56-project-grade-manager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-57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-58-interactive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-59-session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-60-homework-shopping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-61-final-mcq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-62-final-mcq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-63-session6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