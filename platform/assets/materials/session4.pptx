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Session 04 — Strings. This is the most used data type in Python. We will cover indexing, slicing, methods, formatting, and build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Strings are the most commonly used data type. Nearly every application handles text in some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string is a sequence of characters wrapped in quotes. Strings are immutable meaning you cannot change individual characters after creation.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Creating strings: use single or double quotes. Numbers in quotes are still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and double quotes are functionally identical. Use whichever avoids the need to escape quotes inside the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Triple quotes create multiline strings. Escape characters let you include special characters in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Interactive exercise: students identify and fix the string errors on each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assigns each character an index starting from 0. This lets you access individual characters by their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Positive indexing starts at 0 and goes up to length-1. Accessing beyond gives an IndexError.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Negative indexing counts from the end. -1 is the last character, -2 is second to last, and so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example: using indexing to parse a filename and extract its extension and base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predict the output before running. Great way to test understanding of both positive and negative indexing.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Slicing extracts a portion of a string. The start index is included, the end index is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Slicing examples showing various ways to extract substrings using start, end, and omitted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step parameter controls stride. A step of -1 reverses the string. This is a famous interview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Interactive exercise: students fill in the blanks to practice slicing with different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review-mcq-1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2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review-mcq-3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review-mcq-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why-st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what-is-st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creating-st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single-vs-dou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multiline-e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mcq-string-basics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mcq-string-basics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fix-the-st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indexing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positive-index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negative-index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live-coding-index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mcq-indexing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mcq-indexing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predict-index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slicing-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slicing-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step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mcq-slicing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mcq-slicing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complete-the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slicing-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practical-sl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method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basic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live-coding-basic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mcq-basic-methods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mcq-basic-methods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searching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mcq-searching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mcq-searching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editing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live-coding-edi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mcq-editing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mcq-editing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validation-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mcq-validation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mcq-validation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-46-find-the-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-47-string-forma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-48-fstrings-deep-d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-49-mcq-formatting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-50-mcq-formatting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1-51-iterating-st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-52-live-coding-char-cou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3-53-mcq-iteration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4-54-mcq-iteration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5-55-predict-it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6-56-project-username-form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7-57-project-email-valid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-58-project-password-str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9-59-project-word-analy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0-60-mcq-projects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1-61-mcq-projects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2-62-exercises-ea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3-63-exercises-me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4-64-mcq-comprehensive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5-65-mcq-comprehensive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6-66-final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7-67-final-quiz-answ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8-68-session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9-69-homework-ea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0-70-homework-me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1-71-homework-h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2-72-mcq-final-review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3-73-mcq-final-review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4-74-mcq-bonus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5-75-mcq-bonus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6-76-session5-tea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