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Session 14! Today we turn the whole internet into a data source.</a:t>
            </a:r>
          </a:p>
          <a:p/>
          <a:p>
            <a:r>
              <a:t>Say: "Last session you talked to APIs. Today we talk to the web itself — no API key needed. We learn how websites are built, how to fetch them, and how to pull out the data you want, legally and politely."</a:t>
            </a:r>
          </a:p>
          <a:p/>
          <a:p>
            <a:r>
              <a:t>Run the plan on the board: requests → BeautifulSoup → extract → clean → save → automate. Mention this is a 3-hour live session, ends with a mini project + homework.</a:t>
            </a:r>
          </a:p>
          <a:p/>
          <a:p>
            <a:r>
              <a:t>Arabic tip: كشط الويب (web scraping) — explain the word "كشط/استخراج" and that مسؤول = responsible. Keep it motivational: "you already know Python; today we make it walk the web."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 real pain students relate to — price tracking.</a:t>
            </a:r>
          </a:p>
          <a:p/>
          <a:p>
            <a:r>
              <a:t>Ask: "Hands up — who has manually checked a website for a price, a release date, an exam result?" Expect almost all hands.</a:t>
            </a:r>
          </a:p>
          <a:p/>
          <a:p>
            <a:r>
              <a:t>Then: "That repetitive tab-clicking is literally a loop. And loops are what Python does best. Today you'll build the tool that replaces that morning routine."</a:t>
            </a:r>
          </a:p>
          <a:p/>
          <a:p>
            <a:r>
              <a:t>Set the tone: scraping = reading, not attacking. We read pages politely. We never hack, never bypass locks, never steal private data.</a:t>
            </a:r>
          </a:p>
          <a:p/>
          <a:p>
            <a:r>
              <a:t>Arabic tip: use مبادرة/تحدي wording — "اليوم تبني برنامجًا ينقر بدلًا منك". Keep energy high, this hook sets the motivation for the whole 3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B. `requests.get()` returns a `requests.Response` object. You read `.status_code`, `.text`, `.json()`, `.headers`.</a:t>
            </a:r>
          </a:p>
          <a:p/>
          <a:p>
            <a:r>
              <a:t>Why we ask: today we call `.text` and hand it to BeautifulSoup — the same Response object is the bridge between "talking to APIs" (session 13) and "reading web pages" (today).</a:t>
            </a:r>
          </a:p>
          <a:p/>
          <a:p>
            <a:r>
              <a:t>Ask: "What would `resp.json()` be useful for?" → API endpoints returning JSON.</a:t>
            </a:r>
          </a:p>
          <a:p/>
          <a:p>
            <a:r>
              <a:t>Arabic tip: ذكّرهم أن الاستجابة Response = الطلب + النص + الحالة. اربط المعلومة القديمة بالجديدة.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A. `.json()` parses the JSON string into native Python objects (dict/list) so you can use `data["key"]`.</a:t>
            </a:r>
          </a:p>
          <a:p/>
          <a:p>
            <a:r>
              <a:t>Key link to today: HTML pages are also just text. Later we parse HTML with BeautifulSoup — same idea, different "format": JSON → Python dict, HTML → navigable tree.</a:t>
            </a:r>
          </a:p>
          <a:p/>
          <a:p>
            <a:r>
              <a:t>Show 5-second demo: `data = resp.json(); print(data[0]["title"])`.</a:t>
            </a:r>
          </a:p>
          <a:p/>
          <a:p>
            <a:r>
              <a:t>Arabic tip: قارن: JSON يتحول إلى قاموس، وHTML يتحول إلى شجرة عناصر. التشبيه يجعل الفكرة جديدة مألوفة.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C. Flooding a server is rude, gets you blocked, and can be illegal (DoS-ish behaviour). Timeouts, status checks and rate limits are the good habits.</a:t>
            </a:r>
          </a:p>
          <a:p/>
          <a:p>
            <a:r>
              <a:t>Foreshadowing: "Today the same politeness applies to websites — we'll meet robots.txt and sleep() between requests."</a:t>
            </a:r>
          </a:p>
          <a:p/>
          <a:p>
            <a:r>
              <a:t>Poll the room on each option to review quickly, then reveal C.</a:t>
            </a:r>
          </a:p>
          <a:p/>
          <a:p>
            <a:r>
              <a:t>Arabic tip: مفتاح المراجعة: «الأدب مع الخادم» — نفس المبدأ ينطبق اليوم على المواقع. رسّخ كلمة الهدوء في الطلبات.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the whole journey so students know the map. Six steps: Fetch, Parse, Locate, Extract, Clean, Save. Then we extend to pagination and browser automation, and close with the project.</a:t>
            </a:r>
          </a:p>
          <a:p/>
          <a:p>
            <a:r>
              <a:t>Ask students to repeat the six words after you. It becomes the mental model for every scraper you'll ever write.</a:t>
            </a:r>
          </a:p>
          <a:p/>
          <a:p>
            <a:r>
              <a:t>Timing hint: steps 1-2 ≈ hour 1, steps 3-5 ≈ hour 1-2, save + project ≈ hour 2-3, automation + homework ≈ hour 3.</a:t>
            </a:r>
          </a:p>
          <a:p/>
          <a:p>
            <a:r>
              <a:t>Arabic tip: اكتب المصطلحات الستة على السبورة عربيًا وإنجليزيًا: اجلب، حلّل، حدّد، استخرج، نظّف، احفظ.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web scraping simply: "a program that reads a website the way you would — but at machine speed."</a:t>
            </a:r>
          </a:p>
          <a:p/>
          <a:p>
            <a:r>
              <a:t>Crucial distinction to plant: last session the server handed us JSON through an API. Today most sites won't give us a neat API — so we read the HTML page and extract from it. Both are valid; scraping is for when no API exists (or the page is the source of truth).</a:t>
            </a:r>
          </a:p>
          <a:p/>
          <a:p>
            <a:r>
              <a:t>Mention real uses: price trackers, job boards, news monitoring, research datasets, search-engine indexes. Guard against misuse early: "scraping reads what's already public — it never breaks into locked data."</a:t>
            </a:r>
          </a:p>
          <a:p/>
          <a:p>
            <a:r>
              <a:t>Arabic tip: كشط = استخراج. شبهها بقراءة كتاب في مكتبة عامة: تقرأ، تكتب ما يعجبك، لكن لا تمزّق الصفحات.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mental picture: the browser and your script download the exact same HTML. The browser turns it into a pretty page; your script turns it into data.</a:t>
            </a:r>
          </a:p>
          <a:p/>
          <a:p>
            <a:r>
              <a:t>Key insight for students: "When you scrape, you never see the website — you see the HTML text behind it. That's why we spend 20 minutes learning HTML."</a:t>
            </a:r>
          </a:p>
          <a:p/>
          <a:p>
            <a:r>
              <a:t>Visual walkthrough: point at the two cards. Left = what you do all day. Right = what we build.</a:t>
            </a:r>
          </a:p>
          <a:p/>
          <a:p>
            <a:r>
              <a:t>Arabic tip: المتصفح = عيون، الكاشطة = أداة قياس. كلاهما يقرأ نفس الملف، لكن الهدف مختلف.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NOW: run this exact file. Steps:</a:t>
            </a:r>
          </a:p>
          <a:p>
            <a:r>
              <a:t>1. `pip install requests beautifulsoup4`</a:t>
            </a:r>
          </a:p>
          <a:p>
            <a:r>
              <a:t>2. create first_scraper.py with the code</a:t>
            </a:r>
          </a:p>
          <a:p>
            <a:r>
              <a:t>3. run it — 10 quotes print to the terminal.</a:t>
            </a:r>
          </a:p>
          <a:p/>
          <a:p>
            <a:r>
              <a:t>Ask before running: "What do you think gets printed?" (the 10 quotes on the homepage). This is predict-the-output training.</a:t>
            </a:r>
          </a:p>
          <a:p/>
          <a:p>
            <a:r>
              <a:t>Call out the two stars of the show: `requests` (brings the page) and `BeautifulSoup` (parses it). Everything else this session is a variation.</a:t>
            </a:r>
          </a:p>
          <a:p/>
          <a:p>
            <a:r>
              <a:t>Common pitfall to name now: forgetting `pip install beautifulsoup4` → ModuleNotFoundError. We'll hit it, that's fine.</a:t>
            </a:r>
          </a:p>
          <a:p/>
          <a:p>
            <a:r>
              <a:t>Arabic tip: اشرح أن الكود يطبع عشرة اقتباسات، واجعل الطلاب يتوقعون العدد قبل التشغيل.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A. Scraping = automated reading + extracting + saving. Options B and D are manual; C is file storage.</a:t>
            </a:r>
          </a:p>
          <a:p/>
          <a:p>
            <a:r>
              <a:t>Quick discussion: why is D (screenshot) not scraping? It's a human, and it saves pixels, not structured data. A script extracts structured, reusable data.</a:t>
            </a:r>
          </a:p>
          <a:p/>
          <a:p>
            <a:r>
              <a:t>Arabic tip: فرّق بين «القراءة اليدوية» و«القراءة الآلية». كشط الويب قراءة آلية بهدف استخراج البيانات.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important 5 minutes of the session. State clearly:</a:t>
            </a:r>
          </a:p>
          <a:p>
            <a:r>
              <a:t>- Scraping public data for learning/analysis is normal and common.</a:t>
            </a:r>
          </a:p>
          <a:p>
            <a:r>
              <a:t>- The line is crossed when: data is private, access is locked, servers are harmed, or terms are clearly violated.</a:t>
            </a:r>
          </a:p>
          <a:p>
            <a:r>
              <a:t>- We will NEVER cover: CAPTCHA bypass, anti-bot evasion, or access-control bypass. That is not part of this course.</a:t>
            </a:r>
          </a:p>
          <a:p/>
          <a:p>
            <a:r>
              <a:t>Why bother teaching legality at a bootcamp? Because a "great scraper" who is rude gets blocked (bad) or sued (worse). Responsible scraping is the professional skill.</a:t>
            </a:r>
          </a:p>
          <a:p/>
          <a:p>
            <a:r>
              <a:t>Discussion prompt: "A shop shows prices publicly. Is tracking them with a script OK?" → usually yes if slow &amp; respectful; check robots.txt.</a:t>
            </a:r>
          </a:p>
          <a:p/>
          <a:p>
            <a:r>
              <a:t>Arabic tip: اشرح المقولة: «كشط محترم = قارئ مؤدب». المفتاح: لا تأخذ ما ليس عامًا، ولا تكسر أي قفل.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three cards. Demo live: open `https://quotes.toscrape.com/robots.txt` and `https://books.toscrape.com/robots.txt` in the browser — show students a real robots.txt.</a:t>
            </a:r>
          </a:p>
          <a:p/>
          <a:p>
            <a:r>
              <a:t>Explain the robots.txt grammar: `User-agent: *` (applies to everyone), `Disallow: /path` (don't fetch), `Crawl-delay` (seconds to wait).</a:t>
            </a:r>
          </a:p>
          <a:p/>
          <a:p>
            <a:r>
              <a:t>Key teaching point: robots.txt is a polite request, not law. But pros follow it, and following it protects your IP from being blocked.</a:t>
            </a:r>
          </a:p>
          <a:p/>
          <a:p>
            <a:r>
              <a:t>Arabic tip: robots.txt = «لافتة» يضعها الموقع لتعرف ما يُسمح بقراءته. اقرأ اللافتة قبل أن تدخل.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C. Respect the robots.txt. /login is behind access control anyway — scraping it would mean bypassing login, which we never do.</a:t>
            </a:r>
          </a:p>
          <a:p/>
          <a:p>
            <a:r>
              <a:t>Tie to the "golden rule": polite reader, not a thief. B (bypass login) is explicitly off-limits in this course; D is rude and gets you blocked.</a:t>
            </a:r>
          </a:p>
          <a:p/>
          <a:p>
            <a:r>
              <a:t>Arabic tip: robots.txt مثل قائمة «الممنوع دخوله». احترمها، ولا تحاول «فتح القفل» — فذلك خارج نطاق تعلمنا.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Frame: "A website is three languages in one file." HTML = structure, CSS = looks, JS = behavior. When scraping we only care about HTML.</a:t>
            </a:r>
          </a:p>
          <a:p/>
          <a:p>
            <a:r>
              <a:t>Live demo: press F12 in the browser → Elements tab shows the raw HTML of the page you're looking at. "This is the file your scraper will read."</a:t>
            </a:r>
          </a:p>
          <a:p/>
          <a:p>
            <a:r>
              <a:t>Emphasize: JS-loaded content (feeds, "load more" buttons) won't be in the initial HTML — that's exactly why we later introduce browser automation.</a:t>
            </a:r>
          </a:p>
          <a:p/>
          <a:p>
            <a:r>
              <a:t>Arabic tip: شبه الموقع بجسم الإنسان: الهيكل العظمي HTML، البشرة CSS، العضلات JavaScript. نحن نستخرج «الهيكل».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lesson of HTML: element = opening tag + content + closing tag. Attributes live inside the opening tag.</a:t>
            </a:r>
          </a:p>
          <a:p/>
          <a:p>
            <a:r>
              <a:t>The two attributes that matter most for scraping: `class` (many elements share it) and `id` (one unique element). We'll use both as "addresses" to find data.</a:t>
            </a:r>
          </a:p>
          <a:p/>
          <a:p>
            <a:r>
              <a:t>Show the anatomy on the  tag: name, href, class, content.</a:t>
            </a:r>
          </a:p>
          <a:p/>
          <a:p>
            <a:r>
              <a:t>Live: in DevTools, right-click a headline → Inspect. Students see the tags and attributes for real.</a:t>
            </a:r>
          </a:p>
          <a:p/>
          <a:p>
            <a:r>
              <a:t>Arabic tip: class = لافتة متكررة، id = اسم فريد. عندما تريد العثور على عنصر، تسأل: ما لافتته؟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"aha" slide: same HTML becomes a pretty page in the browser. Your scraper skips the pretty part.</a:t>
            </a:r>
          </a:p>
          <a:p/>
          <a:p>
            <a:r>
              <a:t>Point at the structure: h1.title = the big heading; p#intro = paragraph; li.item repeated = list items. Notice `class="item"` on BOTH list items — that's the hook a scraper uses to grab "all products".</a:t>
            </a:r>
          </a:p>
          <a:p/>
          <a:p>
            <a:r>
              <a:t>Note: `id="intro"` appears once — a scraper uses it to grab "the intro specifically".</a:t>
            </a:r>
          </a:p>
          <a:p/>
          <a:p>
            <a:r>
              <a:t>Arabic tip: العنصر المتكرر class = «الدفعة»، والعنصر الفريد id = «الشخص». نلتقط الدفعة كلها أو الشخص وحده.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B. `id="intro"` is the attribute (name="value" pair inside the opening tag). `p` is the tag name, "Hello" is content, `` is the closing tag.</a:t>
            </a:r>
          </a:p>
          <a:p/>
          <a:p>
            <a:r>
              <a:t>Follow-up: "Which attribute would you use to grab ALL list items?" → class (shared). "Which to grab exactly one element?" → id (unique).</a:t>
            </a:r>
          </a:p>
          <a:p/>
          <a:p>
            <a:r>
              <a:t>Arabic tip: الخاصية = معلومة إضافية داخل وسم البداية، مثل الاسم الذي يميّز العنصر.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DOM tree: left = the actual HTML, right = the tree of nodes, far right = why we care.</a:t>
            </a:r>
          </a:p>
          <a:p/>
          <a:p>
            <a:r>
              <a:t>Key vocab: parent (parent), child (child), descendant, sibling. `div.quote` is the parent of `span.text` and `small.author`. Each quote block repeats this mini-tree.</a:t>
            </a:r>
          </a:p>
          <a:p/>
          <a:p>
            <a:r>
              <a:t>Do this live: open quotes.toscrape.com → inspect one `.quote` div → expand/collapse children in DevTools. Students see the tree for real.</a:t>
            </a:r>
          </a:p>
          <a:p/>
          <a:p>
            <a:r>
              <a:t>Arabic tip: الشجرة = عائلة العناصر. الأب يحتوي الأبناء، وتجد المعلومات بالوصول من الأب إلى الابن.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it live: expect output `Hello`, `Bootcamp`, `Hello, Bootcamp`.</a:t>
            </a:r>
          </a:p>
          <a:p/>
          <a:p>
            <a:r>
              <a:t>Live-coding flow: type it with them, run, compare with predictions. `.body.h1` reads as "inside body, the h1 tag". `get_text(", ")` collects every text node joined by commas.</a:t>
            </a:r>
          </a:p>
          <a:p/>
          <a:p>
            <a:r>
              <a:t>Point out: we parse a *string* here — no internet needed. BeautifulSoup works on any HTML string, which makes it great for testing.</a:t>
            </a:r>
          </a:p>
          <a:p/>
          <a:p>
            <a:r>
              <a:t>Arabic tip: المشي في الشجرة = التنقل من الأب إلى الابن عبر النقطة: soup.body.h1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the request/response model from session 13, now applied to pages instead of APIs. requests.get(url) is the whole magic.</a:t>
            </a:r>
          </a:p>
          <a:p/>
          <a:p>
            <a:r>
              <a:t>Read status codes like a doctor reading a body: 200 = healthy, 404 = page not found, 403 = refused entry, 500 = server sick. This is the first thing to check when a scraper "does nothing".</a:t>
            </a:r>
          </a:p>
          <a:p/>
          <a:p>
            <a:r>
              <a:t>Demo: `pip install requests` — show it once, students do it once.</a:t>
            </a:r>
          </a:p>
          <a:p/>
          <a:p>
            <a:r>
              <a:t>Arabic tip: الطلب = طلب الزيارة، والاستجابة = رد الموقع. رقم 200 يعني «أهلًا وسهلًا»، و404 يعني «لا يوجد هنا».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Live: run fetch.py with internet. Expected output: 200, text/html; charset=UTF-8, then the first 120 chars of HTML.</a:t>
            </a:r>
          </a:p>
          <a:p/>
          <a:p>
            <a:r>
              <a:t>Explain each print: status, content-type header, and a peek at the raw HTML text.</a:t>
            </a:r>
          </a:p>
          <a:p/>
          <a:p>
            <a:r>
              <a:t>Why timeout? A dead server would otherwise hang your script forever. Why raise_for_status()? So a 404 doesn't silently give you an error page to parse.</a:t>
            </a:r>
          </a:p>
          <a:p/>
          <a:p>
            <a:r>
              <a:t>Common mistake: forgetting the trailing slash on the URL, or printing resp.text fully (huge). We print [:120].</a:t>
            </a:r>
          </a:p>
          <a:p/>
          <a:p>
            <a:r>
              <a:t>Arabic tip: فحص الاستجابة قبل التحليل = قراءة «حالة» الرد قبل فتح الرسالة.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B. 404 = Not Found. 403 means forbidden (you're not allowed), 500 means the server itself broke.</a:t>
            </a:r>
          </a:p>
          <a:p/>
          <a:p>
            <a:r>
              <a:t>Demo: `requests.get("https://quotes.toscrape.com/nope")` → 404. Show that raise_for_status() would raise HTTPError.</a:t>
            </a:r>
          </a:p>
          <a:p/>
          <a:p>
            <a:r>
              <a:t>Arabic tip: 404 = «العنوان خاطئ»، 403 = «ممنوع»، 500 = «الخادم مريض».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BeautifulSoup = the parsing library. `pip install beautifulsoup4`, import name is `bs4`. Parser argument: "html.parser" (built-in, no extra install).</a:t>
            </a:r>
          </a:p>
          <a:p/>
          <a:p>
            <a:r>
              <a:t>Mental model: it's like turning a block of text into a folder tree you can open. Every tag becomes a node.</a:t>
            </a:r>
          </a:p>
          <a:p/>
          <a:p>
            <a:r>
              <a:t>Do NOT confuse: requests downloads, BeautifulSoup parses. Two libraries, one pipeline. If the page prints as raw text but selectors find nothing, usually the parse failed or content is JS-loaded.</a:t>
            </a:r>
          </a:p>
          <a:p/>
          <a:p>
            <a:r>
              <a:t>Arabic tip: BeautifulSoup = «مفككة» الشجرة. أعطها نصًا، تحصل على هيكل قابل للتنقل.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workhorses. find() = first match or None (great when you KNOW there's one). find_all() = list (great for "every product", "every comment").</a:t>
            </a:r>
          </a:p>
          <a:p/>
          <a:p>
            <a:r>
              <a:t>The classic bug: forgetting the underscore in class_. Python can't use class as a parameter name.</a:t>
            </a:r>
          </a:p>
          <a:p/>
          <a:p>
            <a:r>
              <a:t>Analogies: find() = "show me the first person named Omar". find_all() = "show me everyone named Omar".</a:t>
            </a:r>
          </a:p>
          <a:p/>
          <a:p>
            <a:r>
              <a:t>Arabic tip: find = أوّل تطابق فقط، find_all = كل التطابقات. تذكر الشرطة السفلية في class_!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and compare outputs: Hi (first div), then 2 (both divs matched). Show that find gives a Tag, not text — you must call .get_text().</a:t>
            </a:r>
          </a:p>
          <a:p/>
          <a:p>
            <a:r>
              <a:t>Live variation: change find_all("div", class_="quote") → find_all(class_="quote") works too (any tag). Mention class_ keyword.</a:t>
            </a:r>
          </a:p>
          <a:p/>
          <a:p>
            <a:r>
              <a:t>Arabic tip: اشرح أن print(first) يطبع الوسم كاملًا، بينما .get_text() يستخرج النص فقط.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`A`, `3`, `C`.</a:t>
            </a:r>
          </a:p>
          <a:p/>
          <a:p>
            <a:r>
              <a:t>Teaching moment: find returns first (A). find_all returns a list of 3 tags → len 3. Indexing [2] (0-based!) gives the third paragraph C.</a:t>
            </a:r>
          </a:p>
          <a:p/>
          <a:p>
            <a:r>
              <a:t>Ask students who answered 2 for the middle line — why? Because they may have counted find() also as "a find". Emphasize: find returns ONE tag; find_all returns the full list.</a:t>
            </a:r>
          </a:p>
          <a:p/>
          <a:p>
            <a:r>
              <a:t>Arabic tip: الترقيم يبدأ من صفر: [0] الأول، [2] الثالث. عادة يفاجئ الطلاب.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CSS selectors are the power move: one short string that finds things. `.class` dot, `#id` hash, `tag` plain, and combinations with spaces = descendants.</a:t>
            </a:r>
          </a:p>
          <a:p/>
          <a:p>
            <a:r>
              <a:t>This is the SAME selector language CSS uses for styling — so "class and id" (slide 15) now pays off.</a:t>
            </a:r>
          </a:p>
          <a:p/>
          <a:p>
            <a:r>
              <a:t>Demo: in DevTools, Ctrl+F inside Elements panel accepts CSS selectors — instant preview of what a selector matches on a real page.</a:t>
            </a:r>
          </a:p>
          <a:p/>
          <a:p>
            <a:r>
              <a:t>Arabic tip: نقطة = فئة، شبكة/علامة = معرّف فريد. اجعلهم يكتبون أمثلة: ".quote", "#main", "a".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Live-run selectors.py. Outputs: Hello world, /tag/books/, 1.</a:t>
            </a:r>
          </a:p>
          <a:p/>
          <a:p>
            <a:r>
              <a:t>Highlight: select_one = single result (like find), select = list (like find_all). And `tag["href"]` returns the attribute value — the first taste of reading links, which is how scrapers crawl pages.</a:t>
            </a:r>
          </a:p>
          <a:p/>
          <a:p>
            <a:r>
              <a:t>Extra demo: soup.select("p#main") returns a list with one element; select_one skips the list.</a:t>
            </a:r>
          </a:p>
          <a:p/>
          <a:p>
            <a:r>
              <a:t>Arabic tip: حدّد بفئة أو معرّف ثم اقرأ نصه أو رابطته: هذا جوهر «استخراج» البيانات.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B. `li.item` = tag li that has class item. `#` is for id, and order matters (tag.class, not class.tag).</a:t>
            </a:r>
          </a:p>
          <a:p/>
          <a:p>
            <a:r>
              <a:t>Follow-up: "How would you get the FIRST such element?" → select_one("li.item").</a:t>
            </a:r>
          </a:p>
          <a:p/>
          <a:p>
            <a:r>
              <a:t>Arabic tip: النقطة قبل الكلمة = فئة، فالتقط اللي الذي يحمل الفئة item. ترتيب الوسم ثم الفئة.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Real-world data is messy: extra spaces, symbols, newlines. Extraction + cleaning always travel together.</a:t>
            </a:r>
          </a:p>
          <a:p/>
          <a:p>
            <a:r>
              <a:t>The pipeline: .text → .strip() → .replace() → convert (int/float). Show a price "$19.99 " → strip → replace "$" → float.</a:t>
            </a:r>
          </a:p>
          <a:p/>
          <a:p>
            <a:r>
              <a:t>Arabic tip: البيانات الخام فيها «قشور» — التنظيف = تقشيرها. strip يزيل الفراغات، replace يبدّل الرموز.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Live: run save_books.py, then `type books.json` and `type books.csv` to show both files. </a:t>
            </a:r>
          </a:p>
          <a:p/>
          <a:p>
            <a:r>
              <a:t>Explain options: encoding="utf-8" for Arabic/special chars (important!), ensure_ascii=False keeps real characters in JSON. newline="" avoids blank lines in CSV on Windows.</a:t>
            </a:r>
          </a:p>
          <a:p/>
          <a:p>
            <a:r>
              <a:t>SQLite reminder: they already know sqlite3 from session 12 — we can store scraped rows with INSERT.</a:t>
            </a:r>
          </a:p>
          <a:p/>
          <a:p>
            <a:r>
              <a:t>Arabic tip: utf-8 ضروري حتى لا تتشوه الأحرف العربية عند الحفظ. جرّبوا بدونها وستلاحظون الفرق.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kickoff. We build together, two code slides (33-34) + output (35).</a:t>
            </a:r>
          </a:p>
          <a:p/>
          <a:p>
            <a:r>
              <a:t>Why quotes.toscrape.com? Built BY scraping teachers FOR scraping practice — zero ethical risk. This is the "gym" for scraping.</a:t>
            </a:r>
          </a:p>
          <a:p/>
          <a:p>
            <a:r>
              <a:t>Show the page structure live: open the site, inspect one .quote div, count 10 per page.</a:t>
            </a:r>
          </a:p>
          <a:p/>
          <a:p>
            <a:r>
              <a:t>Set the goal: by slide 35 you'll have a file with every quote + author from the homepage, saved as JSON.</a:t>
            </a:r>
          </a:p>
          <a:p/>
          <a:p>
            <a:r>
              <a:t>Arabic tip: هذا الموقع «صالة تدريب» للكشط — بياناته عامة ومخصصة للتعلم، فتدربوا عليه بثقة.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Live-coding step 1. Write it together line by line, run it, confirm output.</a:t>
            </a:r>
          </a:p>
          <a:p/>
          <a:p>
            <a:r>
              <a:t>Walking through each line: import, url, get with timeout, raise_for_status safety net, soup parse, then two sanity checks (title + count). Sanity checks tell you "am I on the right page?" before you write extraction logic.</a:t>
            </a:r>
          </a:p>
          <a:p/>
          <a:p>
            <a:r>
              <a:t>If quotes: 0 → the page changed or got blocked; teach them to re-inspect rather than panic.</a:t>
            </a:r>
          </a:p>
          <a:p/>
          <a:p>
            <a:r>
              <a:t>Arabic tip: «فحص الصحة» قبل الاستخراج يوفر ساعة من الحيرة. تأكد أنك في الصفحة الصحيحة أولًا.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Live-coding step 2. Add the loop and save logic to the previous file. Note the two imports at top: json + requests + bs4.</a:t>
            </a:r>
          </a:p>
          <a:p/>
          <a:p>
            <a:r>
              <a:t>Debug moment: `.get_text()` on a missing element raises AttributeError. Show how `.text` vs `.get_text()` differ, and that select_one returns None → guard with if tag.</a:t>
            </a:r>
          </a:p>
          <a:p/>
          <a:p>
            <a:r>
              <a:t>Stress .strip() for the quote text — real pages have newlines. And encoding="utf-8" + ensure_ascii=False for clean Arabic-compatible output.</a:t>
            </a:r>
          </a:p>
          <a:p/>
          <a:p>
            <a:r>
              <a:t>Arabic tip: البناء داخل حلقة = «جمع البيانات». نقاوة النص من .strip ثم الحفظ.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Celebrate the win — students just built a real data pipeline. Show the JSON file, compare to what they saw in the browser.</a:t>
            </a:r>
          </a:p>
          <a:p/>
          <a:p>
            <a:r>
              <a:t>Ask: "How many lines did this take? Now imagine 10 pages, 1000 quotes — same loop."</a:t>
            </a:r>
          </a:p>
          <a:p/>
          <a:p>
            <a:r>
              <a:t>Road to pagination: the homepage shows page 1 only. Next slide shows the /page/N/ trick.</a:t>
            </a:r>
          </a:p>
          <a:p/>
          <a:p>
            <a:r>
              <a:t>Arabic tip: قارن بين عرض المتصفح والـJSON: نفس المعلومات، لكن منظمة كبيانات قابلة للبرمجة.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Pagination = the same page repeated with /page/N/. Our loop just changes the number — that f-string is doing real work.</a:t>
            </a:r>
          </a:p>
          <a:p/>
          <a:p>
            <a:r>
              <a:t>Why sleep(2)? Rate limiting is polite AND protects you: too-fast requests look like an attack and get your IP blocked. Many sites even publish their preferred delay in robots.txt (Crawl-delay).</a:t>
            </a:r>
          </a:p>
          <a:p/>
          <a:p>
            <a:r>
              <a:t>Demo live: run paginate.py, watch pages 1→2→3 print with 2s gaps. Count the time with them.</a:t>
            </a:r>
          </a:p>
          <a:p/>
          <a:p>
            <a:r>
              <a:t>Arabic tip: الصبر مع الموقع = أمان لبرنامجك. مهلة صغيرة بين الطلبات تجنبك الحظر.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"grown-up" slide: blocks happen to everyone. Read the signals, then decide.</a:t>
            </a:r>
          </a:p>
          <a:p/>
          <a:p>
            <a:r>
              <a:t>Core principle, repeated for safety: when a site blocks you, you STOP. Bypassing anti-bot systems is not part of this course and never will be. If data is important and the site offers an API, use the API.</a:t>
            </a:r>
          </a:p>
          <a:p/>
          <a:p>
            <a:r>
              <a:t>Anecdote: real companies hit rate limits daily. The professional skill isn't breaking in — it's pacing, and knowing when to use an official channel.</a:t>
            </a:r>
          </a:p>
          <a:p/>
          <a:p>
            <a:r>
              <a:t>Arabic tip: الحظر ليس تحدٍّ تقني، بل رسالة «توقف». الاحتراف = معرفة متى تستخدم الطريق الرسمي.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minutes of solo practice. Walk around, help individually.</a:t>
            </a:r>
          </a:p>
          <a:p/>
          <a:p>
            <a:r>
              <a:t>Solutions:</a:t>
            </a:r>
          </a:p>
          <a:p>
            <a:r>
              <a:t>- Easy: `soup = BeautifulSoup("Hi", "html.parser"); print(soup.h1.text)` → Hi.</a:t>
            </a:r>
          </a:p>
          <a:p>
            <a:r>
              <a:t>- Medium: books.toscrape.com — `for a in soup.select("h3 a"): print(a.get_text())`. First 20 books.</a:t>
            </a:r>
          </a:p>
          <a:p>
            <a:r>
              <a:t>- Challenge: loop /page/1..3, `q.select_one(".text").get_text()` and `.author`, csv.writer rows, sleep(2) in loop.</a:t>
            </a:r>
          </a:p>
          <a:p/>
          <a:p>
            <a:r>
              <a:t>Remind: if a selector returns nothing, print len() to debug, then re-inspect the page.</a:t>
            </a:r>
          </a:p>
          <a:p/>
          <a:p>
            <a:r>
              <a:t>Arabic tip: ابدأ بالتمرين الأسهل حتى تثبت «شكل» الكود في ذهنك، ثم عدّل عليه تدريجيًا.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Homework = small, doable, real. Price tracking is the classic first scraper project and it maps to next session (GUI: showing the prices in a Flet table!).</a:t>
            </a:r>
          </a:p>
          <a:p/>
          <a:p>
            <a:r>
              <a:t>Give the starter:</a:t>
            </a:r>
          </a:p>
          <a:p>
            <a:r>
              <a:t>```</a:t>
            </a:r>
          </a:p>
          <a:p>
            <a:r>
              <a:t>import requests, csv, datetime</a:t>
            </a:r>
          </a:p>
          <a:p>
            <a:r>
              <a:t>from bs4 import BeautifulSoup</a:t>
            </a:r>
          </a:p>
          <a:p>
            <a:r>
              <a:t>resp = requests.get("https://books.toscrape.com/", timeout=10)</a:t>
            </a:r>
          </a:p>
          <a:p>
            <a:r>
              <a:t>soup = BeautifulSoup(resp.text, "html.parser")</a:t>
            </a:r>
          </a:p>
          <a:p>
            <a:r>
              <a:t># TODO: select article.product_pod, extract h3 a text + p.price_color</a:t>
            </a:r>
          </a:p>
          <a:p>
            <a:r>
              <a:t>```</a:t>
            </a:r>
          </a:p>
          <a:p>
            <a:r>
              <a:t>Hint: prices look like £51.77 — strip the £ with .replace and keep as float.</a:t>
            </a:r>
          </a:p>
          <a:p/>
          <a:p>
            <a:r>
              <a:t>Accept any reasonable structure; grade on: clean prices, date column, encoding utf-8.</a:t>
            </a:r>
          </a:p>
          <a:p/>
          <a:p>
            <a:r>
              <a:t>Arabic tip: ذكّرهم أن التنظيف جزء من الدرجة: رقم السعر يجب أن يصل نقيًا بدون رمز العملة.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3 quiet minutes. Then reveal answers:</a:t>
            </a:r>
          </a:p>
          <a:p>
            <a:r>
              <a:t>- Q1: requests downloads, BeautifulSoup parses.</a:t>
            </a:r>
          </a:p>
          <a:p>
            <a:r>
              <a:t>- Q2: "span.price" (tag + dot + class).</a:t>
            </a:r>
          </a:p>
          <a:p>
            <a:r>
              <a:t>- Q3: find → ONE Tag or None; find_all → a LIST (possibly empty).</a:t>
            </a:r>
          </a:p>
          <a:p>
            <a:r>
              <a:t>- Q4: which paths are Disallowed, and Crawl-delay (plus User-agent rules).</a:t>
            </a:r>
          </a:p>
          <a:p>
            <a:r>
              <a:t>- Q5: Stop, slow down, respect it, look for an official API.</a:t>
            </a:r>
          </a:p>
          <a:p/>
          <a:p>
            <a:r>
              <a:t>Mark quickly with peer-checking. This quiz doubles as the recap pre-test for slide 41.</a:t>
            </a:r>
          </a:p>
          <a:p/>
          <a:p>
            <a:r>
              <a:t>Arabic tip: راجع معهم أين أخطأوا: معظم الأخطاء في Q2 (نسيان النقطة) وQ3 (الفرق بين عنصر وقائمة).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6 steps quickly — students recite them back. This is the reusable skeleton for every scraper.</a:t>
            </a:r>
          </a:p>
          <a:p/>
          <a:p>
            <a:r>
              <a:t>Emphasize: they don't need to memorize syntax, they need to remember the SHAPE. Everything else is lookup.</a:t>
            </a:r>
          </a:p>
          <a:p/>
          <a:p>
            <a:r>
              <a:t>Bridge into the last hour: "Next session you'll take this JSON/CSV data and show it in a real windowed app — a GUI." (Slide 42.)</a:t>
            </a:r>
          </a:p>
          <a:p/>
          <a:p>
            <a:r>
              <a:t>Arabic tip: أعد قراءة الخطوات الست معًا بصوت واحد — التكرار يحوّلها إلى عادة.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the next session: Flet = Python GUI framework, pure Python (no HTML/CSS). Students already know tkinter is an option but Flet is modern and beautiful.</a:t>
            </a:r>
          </a:p>
          <a:p/>
          <a:p>
            <a:r>
              <a:t>Show the arc: session 12 SQLite → 13 APIs → 14 scraping → 15 GUI. Every session feeds the next. Your homework data (book_prices.csv) will be the demo dataset in the Flet table next week.</a:t>
            </a:r>
          </a:p>
          <a:p/>
          <a:p>
            <a:r>
              <a:t>Arabic tip: وضّح أنهم سيبنون «منتجًا» كاملًا: بيانات من الإنترنت + واجهة سهلة للمستخدم.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mockup: a mini window previewing the Flet app. The same data they scrape today becomes the table.</a:t>
            </a:r>
          </a:p>
          <a:p/>
          <a:p>
            <a:r>
              <a:t>Excite them: "Your homework file will literally be imported and displayed next session. Come with data!"</a:t>
            </a:r>
          </a:p>
          <a:p/>
          <a:p>
            <a:r>
              <a:t>Keep it 60 seconds — a teaser, not a lesson. Full details next session.</a:t>
            </a:r>
          </a:p>
          <a:p/>
          <a:p>
            <a:r>
              <a:t>Arabic tip: أظهر لهم «المنتج النهائي» — رؤية الهدف ترفع الحماس للواجب المنزلي.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Celebrate the milestone. Students now have a genuinely employable, hands-on skill.</a:t>
            </a:r>
          </a:p>
          <a:p/>
          <a:p>
            <a:r>
              <a:t>Remind the code of conduct: "Use this power to read, not to break." A scraper is a tool; responsible people build price trackers and research datasets.</a:t>
            </a:r>
          </a:p>
          <a:p/>
          <a:p>
            <a:r>
              <a:t>Homework reminder + next session (GUI/Flet). Quick applause moment — this was a dense session.</a:t>
            </a:r>
          </a:p>
          <a:p/>
          <a:p>
            <a:r>
              <a:t>Arabic tip: أنهِ بعبارة تحفيزية: «الإنترنت مكتبة عامة، وأنت تعلمت القراءة الآلية».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reference slide — students should screenshot it. It distills: install, fetch, parse, locate, extract + the selector grammar.</a:t>
            </a:r>
          </a:p>
          <a:p/>
          <a:p>
            <a:r>
              <a:t>Tell them: "Everything after this session is 10% new syntax, 90% this pipeline."</a:t>
            </a:r>
          </a:p>
          <a:p/>
          <a:p>
            <a:r>
              <a:t>Add the SQLite reminder: they can INSERT the rows into a table (session 12). Fits the "save" step.</a:t>
            </a:r>
          </a:p>
          <a:p/>
          <a:p>
            <a:r>
              <a:t>Arabic tip: المحددات مثل «عناوين» العناصر — نقطة للفئة، شبكة للمعرّف، وسطر المحدد يعمل في DevTools أيضًا.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Live-coding session #1 (15 min). Build live_1.py from scratch, narrating every decision:</a:t>
            </a:r>
          </a:p>
          <a:p>
            <a:r>
              <a:t>- "Why timeout?" (hang prevention)</a:t>
            </a:r>
          </a:p>
          <a:p>
            <a:r>
              <a:t>- "Why select_one for the first quote?" (we just want one to test the pipeline)</a:t>
            </a:r>
          </a:p>
          <a:p>
            <a:r>
              <a:t>- Then challenge them to swap to select + for loop.</a:t>
            </a:r>
          </a:p>
          <a:p/>
          <a:p>
            <a:r>
              <a:t>Pause frequently: ask "what do you expect to print?" before running. Fix errors out loud when they appear (they will — good teaching).</a:t>
            </a:r>
          </a:p>
          <a:p/>
          <a:p>
            <a:r>
              <a:t>Arabic tip: الكود المكتوب بيديك يُحفر في الذاكرة — لا تنسخوا، اكتبوا معي حرفًا حرفًا.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Live-coding session #2 (15 min). Extend to the full pipeline. Show how we stay readable: multiline requests.get(...,) and CSV writer.</a:t>
            </a:r>
          </a:p>
          <a:p/>
          <a:p>
            <a:r>
              <a:t>Run it: expect "Saved 30 quotes" (3 pages × 10). Then open quotes.csv in Excel/Notepad to celebrate.</a:t>
            </a:r>
          </a:p>
          <a:p/>
          <a:p>
            <a:r>
              <a:t>Debug tips to demo: what if sleep was missing? Show the speed difference and why sites dislike it. What if encoding was missing? Show garbled Arabic/smart-quotes.</a:t>
            </a:r>
          </a:p>
          <a:p/>
          <a:p>
            <a:r>
              <a:t>Arabic tip: newline="" مهم على ويندوز — بدونه تظهر أسطر فارغة في ملف CSV. جرّبوها لتروا الفرق.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browser automation exists: requests+BS4 reads the RAW HTML. If data is injected by JavaScript AFTER load, raw HTML won't contain it. Selenium/Playwright run a real browser → JS executes → page is complete.</a:t>
            </a:r>
          </a:p>
          <a:p/>
          <a:p>
            <a:r>
              <a:t>Big clarification: automation still follows the same ethics. Using a browser does NOT make bypassing locks OK. We automate public, allowed flows (e.g. filling a public search form).</a:t>
            </a:r>
          </a:p>
          <a:p/>
          <a:p>
            <a:r>
              <a:t>Playwright is our recommendation (modern, simple sync API, auto-waits). Install: pip install playwright &amp;&amp; playwright install chromium.</a:t>
            </a:r>
          </a:p>
          <a:p/>
          <a:p>
            <a:r>
              <a:t>Arabic tip: البيانات التي تولّدها JS لا تظهر في النص الخام — شبهها بمتجر يفتح صندوقه بعد وصولك، فتحتاج «متصفحًا» ينتظر الافتتاح.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Note: `example.com/login` is illustrative — always test on sandbox/sites you may automate. In a demo, use a public form (e.g. Wikipedia search).</a:t>
            </a:r>
          </a:p>
          <a:p/>
          <a:p>
            <a:r>
              <a:t>Walk the four verbs: goto (open), fill (type into a field by selector), click (press a button), wait_for_selector (pause until the result element exists). Selectors work just like BS4's CSS selectors.</a:t>
            </a:r>
          </a:p>
          <a:p/>
          <a:p>
            <a:r>
              <a:t>If no time: install playwright during break. `pip install playwright` + `playwright install chromium`. headless=True keeps it invisible; set False to WATCH the browser do it — very fun demo.</a:t>
            </a:r>
          </a:p>
          <a:p/>
          <a:p>
            <a:r>
              <a:t>Arabic tip: wait_for_selector = «انتظر ظهور النتيجة». بدونها قد يقرأ البرنامج الصفحة قبل اكتمال التحميل.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decision guide — a flow chart students will use for years. Read it top to bottom: API first, then static scraping, then browser automation. </a:t>
            </a:r>
          </a:p>
          <a:p/>
          <a:p>
            <a:r>
              <a:t>Close with the code of conduct once more (bottom bar). Reinforce: this session taught a SKILL and a MINDSET. The mindset = responsible automation.</a:t>
            </a:r>
          </a:p>
          <a:p/>
          <a:p>
            <a:r>
              <a:t>Last words: homework due before next session; next week Flet GUI to display the scraped data. Thank them, and hint the teaser: "Your price tracker, clickable."</a:t>
            </a:r>
          </a:p>
          <a:p/>
          <a:p>
            <a:r>
              <a:t>Arabic tip: اختتم بتذكير أخلاقي واحد: «القوة التي تعلمتها اليوم تُستخدم للقراءة لا للكسر».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-02-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-03-review-mcq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-04-review-mcq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-05-review-mcq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-06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-07-what-is-scra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-08-scraping-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-09-scraping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-10-scraping-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-11-legal-et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-12-legal-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-13-legal-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-14-how-web-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-15-html-el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-16-html-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-17-html-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-18-html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-19-html-tree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-20-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-21-requests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-22-requests-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-23-beautifuls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-24-bs4-f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-25-bs4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-26-bs4-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-27-sel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-28-selectors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-29-selectors-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-30-extract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-31-save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-32-project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-33-project-co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-34-project-co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-35-project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-36-pagination-polit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-37-being-blo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-38-exerci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-39-ho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-40-final-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-41-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-42-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-43-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-44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-45-n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-46-live-coding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7-47-live-coding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-48-browser-auto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-49-automation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-50-decision-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