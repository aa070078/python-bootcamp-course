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Session 3: Loops — the foundation of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pain of repetition vs the loop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session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while loop syntax. Emphasize updating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type along. Counting 1 to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Password attempt limiter. Shows while + if/else +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ATM menu — classic while-loop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infinite loop dangers. Give Ctrl+C tip.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dive into range(). Show all 4 variations.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type along. Basic for, counting, step, countdown.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loops with strings. Vowel counter and password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iteration + enumerate(). Show sum, average, numbered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common patterns: max, min, count,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Challenge: Sum of even numbers. Two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Mid-session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break with search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continue. Show how it skips but doesn't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pass. Compare pass vs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 combining break and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nested loops with multiplication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 patterns. Triangle then pyramid.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zip() for parallel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list comprehension. Before/after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 comprehensions. Filter, transform, condition, nested.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Challenge: Grade analyzer.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prediction. Give students time to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1: Multiplication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2: Guess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3: Quiz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4: Terminal menu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Easy exercises. 5 minute timer.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Medium exercises. 8 minute timer.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exercise: diamond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mistakes: infinite loop, off-by-one, list mutation, assignment vs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Homework: progressive difficulty, ending with a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Bonus homework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quiz â€” all 10 questions on one slide for quick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recap â€” 8 key concepts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 for Session 4: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Encourage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2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2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2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2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2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2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2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2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2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3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3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3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3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3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3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3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3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3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3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2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review-mcq-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review-mcq-3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review-mcq-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while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while-synt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while-live-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mcq-while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mcq-while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while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while-a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mcq-while-2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mcq-while-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infinite-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for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for-live-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mcq-for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mcq-for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for-st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for-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mcq-for-strings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mcq-for-string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for-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mcq-for-patterns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mcq-for-pattern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coding-challenge-f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br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loop-control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br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conti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control-live-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mcq-loop-control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mcq-loop-control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nested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ne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nested-live-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mcq-nested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mcq-nested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loop-data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z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compreh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comp-live-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mcq-comp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-51-mcq-comp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-52-coding-challenge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-53-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-54-projects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5-55-project-multi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-56-project-gu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-57-project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-58-project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-59-exercises-ea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-60-exercises-me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-61-exercises-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-62-common-mi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-63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-64-homework-ex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-65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-66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-67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-68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